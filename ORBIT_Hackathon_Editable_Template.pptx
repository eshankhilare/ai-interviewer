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0040" cy="6419088"/>
          </a:xfrm>
          <a:prstGeom prst="rect">
            <a:avLst/>
          </a:prstGeom>
          <a:solidFill>
            <a:srgbClr val="F7F0DE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93192"/>
            <a:ext cx="11402568" cy="6071616"/>
          </a:xfrm>
          <a:prstGeom prst="rect">
            <a:avLst/>
          </a:prstGeom>
          <a:solidFill>
            <a:srgbClr val="F7F0DE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12648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      ✧       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024128"/>
            <a:ext cx="4754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41223"/>
                </a:solidFill>
                <a:latin typeface="Aptos"/>
              </a:rPr>
              <a:t>ORBIT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417320"/>
            <a:ext cx="6583680" cy="12344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41223"/>
                </a:solidFill>
                <a:latin typeface="Georgia"/>
              </a:rPr>
              <a:t>THE WIZARDING WORLD
OF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6217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72968"/>
            <a:ext cx="5943600" cy="228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01568"/>
            <a:ext cx="19202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PROJECT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75887"/>
            <a:ext cx="5394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441223"/>
                </a:solidFill>
                <a:latin typeface="Georgia"/>
              </a:rPr>
              <a:t>[Enter project name]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1280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70832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322724"/>
                </a:solidFill>
                <a:latin typeface="Aptos"/>
              </a:rPr>
              <a:t>[One-line project tagline]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960120"/>
            <a:ext cx="4069080" cy="507492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207008"/>
            <a:ext cx="3474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TEAM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1682496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Selected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911095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2724"/>
                </a:solidFill>
                <a:latin typeface="Aptos"/>
              </a:rPr>
              <a:t>[Domain]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313432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Team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54203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22724"/>
                </a:solidFill>
                <a:latin typeface="Aptos"/>
              </a:rPr>
              <a:t>[Team 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2944368"/>
            <a:ext cx="32004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Team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3182112"/>
            <a:ext cx="34747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22724"/>
                </a:solidFill>
                <a:latin typeface="Aptos"/>
              </a:rPr>
              <a:t>[Name 1]  •  [Name 2]
[Name 3]  •  [Name 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4069080"/>
            <a:ext cx="3474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PROJECT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4315968"/>
            <a:ext cx="338328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22724"/>
                </a:solidFill>
                <a:latin typeface="Aptos"/>
              </a:rPr>
              <a:t>[Briefly explain what your project does and for whom.]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5989320"/>
            <a:ext cx="5029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01  / 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02  / 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5321808" cy="196596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08760"/>
            <a:ext cx="64008" cy="19659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64207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75688"/>
            <a:ext cx="5001768" cy="1280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specific problem are you solving?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Where or when does it occur?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evidence shows it matters?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08760"/>
            <a:ext cx="5321808" cy="196596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08760"/>
            <a:ext cx="64008" cy="19659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64207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TARGET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075688"/>
            <a:ext cx="5001768" cy="1280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Who experiences this problem?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are their needs or pain points?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How are they affected today?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10863072" cy="214884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75887"/>
            <a:ext cx="64008" cy="214884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831335"/>
            <a:ext cx="1049731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WHY IT NEEDS TO BE SOLVED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242816"/>
            <a:ext cx="10543032" cy="146304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Describe the consequences of leaving the problem unsolved.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Add one relevant statistic, observation, or real-world example if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989320"/>
            <a:ext cx="9875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776353"/>
                </a:solidFill>
                <a:latin typeface="Aptos"/>
              </a:rPr>
              <a:t>Keep the problem specific, clear, and easy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03  / 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5321808" cy="196596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08760"/>
            <a:ext cx="64008" cy="19659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64207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YOUR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75688"/>
            <a:ext cx="5001768" cy="1280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are you proposing to build?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How does it directly address the problem?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is the main value for users?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508760"/>
            <a:ext cx="5321808" cy="196596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508760"/>
            <a:ext cx="64008" cy="19659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64207"/>
            <a:ext cx="4956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KEY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075688"/>
            <a:ext cx="5001768" cy="128016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Feature 1: [Name + benefit]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Feature 2: [Name + benefit]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Feature 3: [Name + benefit]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6720840" cy="212140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767327"/>
            <a:ext cx="64648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41223"/>
                </a:solidFill>
                <a:latin typeface="Aptos"/>
              </a:rPr>
              <a:t>SOLUTION SNAPSHOT / VISUAL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069079"/>
            <a:ext cx="6464807" cy="1664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776353"/>
                </a:solidFill>
                <a:latin typeface="Aptos"/>
              </a:rPr>
              <a:t>Insert a product screenshot, mock-up, or simple illustration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75887"/>
            <a:ext cx="3950208" cy="2121408"/>
          </a:xfrm>
          <a:prstGeom prst="roundRect">
            <a:avLst/>
          </a:prstGeom>
          <a:solidFill>
            <a:srgbClr val="F9F3E5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75887"/>
            <a:ext cx="64008" cy="212140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31335"/>
            <a:ext cx="35844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WHY THIS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4242816"/>
            <a:ext cx="3630168" cy="1435607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Simple to use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Addresses the core need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Designed for the target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Methodology and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04  /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35608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41223"/>
                </a:solidFill>
                <a:latin typeface="Georgia"/>
              </a:rPr>
              <a:t>HOW THE PROJECT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2057400" cy="123444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75688"/>
            <a:ext cx="1965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01 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14015"/>
            <a:ext cx="1911095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[User / data]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62072" y="2587752"/>
            <a:ext cx="676656" cy="0"/>
          </a:xfrm>
          <a:prstGeom prst="line">
            <a:avLst/>
          </a:prstGeom>
          <a:ln w="25400">
            <a:solidFill>
              <a:srgbClr val="D3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80" y="1965960"/>
            <a:ext cx="2057400" cy="123444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075688"/>
            <a:ext cx="1965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02  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414015"/>
            <a:ext cx="1911095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[Core logic]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96712" y="2587752"/>
            <a:ext cx="676656" cy="0"/>
          </a:xfrm>
          <a:prstGeom prst="line">
            <a:avLst/>
          </a:prstGeom>
          <a:ln w="25400">
            <a:solidFill>
              <a:srgbClr val="D3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46520" y="1965960"/>
            <a:ext cx="2057400" cy="123444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75688"/>
            <a:ext cx="1965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03  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414015"/>
            <a:ext cx="1911095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[Rules / model]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31352" y="2587752"/>
            <a:ext cx="676656" cy="0"/>
          </a:xfrm>
          <a:prstGeom prst="line">
            <a:avLst/>
          </a:prstGeom>
          <a:ln w="25400">
            <a:solidFill>
              <a:srgbClr val="D3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1160" y="1965960"/>
            <a:ext cx="2057400" cy="123444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075688"/>
            <a:ext cx="19659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04 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414015"/>
            <a:ext cx="1911095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[Result]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703320"/>
            <a:ext cx="5257800" cy="178308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703320"/>
            <a:ext cx="64008" cy="178308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3858768"/>
            <a:ext cx="4892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USER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70248"/>
            <a:ext cx="4937760" cy="109728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1. [User action]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2. [System response]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3. [Outcome / next step]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703320"/>
            <a:ext cx="5257800" cy="178308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703320"/>
            <a:ext cx="64008" cy="178308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858768"/>
            <a:ext cx="4892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METHOD / 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4270248"/>
            <a:ext cx="4937760" cy="109728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[Briefly explain your method]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[Mention key decisions or logic]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9784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776353"/>
                </a:solidFill>
                <a:latin typeface="Aptos"/>
              </a:rPr>
              <a:t>Replace the example labels in brackets with your actual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Technology Stack 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05  / 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81328"/>
            <a:ext cx="3794760" cy="4370832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81328"/>
            <a:ext cx="64008" cy="4370832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36776"/>
            <a:ext cx="3429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48256"/>
            <a:ext cx="3474720" cy="3685032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Languages: [e.g., ...]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Frameworks: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Libraries: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APIs / services: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Database: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Tools / platforms: [ ...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527048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41223"/>
                </a:solidFill>
                <a:latin typeface="Georgia"/>
              </a:rPr>
              <a:t>BASIC SYSTEM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011680"/>
            <a:ext cx="1965960" cy="8412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121408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USER /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459736"/>
            <a:ext cx="181965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[Web / mobile / other]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011680"/>
            <a:ext cx="1965960" cy="8412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121408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2459736"/>
            <a:ext cx="181965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[Frontend / backend]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767328"/>
            <a:ext cx="1965960" cy="8412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877056"/>
            <a:ext cx="187451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41223"/>
                </a:solidFill>
                <a:latin typeface="Aptos"/>
              </a:rPr>
              <a:t>DATA /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4215384"/>
            <a:ext cx="1819656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776353"/>
                </a:solidFill>
                <a:latin typeface="Aptos"/>
              </a:rPr>
              <a:t>[DB / APIs / files]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84848" y="2432304"/>
            <a:ext cx="877824" cy="0"/>
          </a:xfrm>
          <a:prstGeom prst="line">
            <a:avLst/>
          </a:prstGeom>
          <a:ln w="25400">
            <a:solidFill>
              <a:srgbClr val="D3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05088" y="2907792"/>
            <a:ext cx="0" cy="795528"/>
          </a:xfrm>
          <a:prstGeom prst="line">
            <a:avLst/>
          </a:prstGeom>
          <a:ln w="25400">
            <a:solidFill>
              <a:srgbClr val="D3A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00600" y="4983480"/>
            <a:ext cx="4892040" cy="8412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5074920"/>
            <a:ext cx="4636007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41223"/>
                </a:solidFill>
                <a:latin typeface="Aptos"/>
              </a:rPr>
              <a:t>OPTIONAL COMPONENT /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8616" y="5376672"/>
            <a:ext cx="4636007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776353"/>
                </a:solidFill>
                <a:latin typeface="Aptos"/>
              </a:rPr>
              <a:t>Add another component or replace this box with your own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961888"/>
            <a:ext cx="5852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776353"/>
                </a:solidFill>
                <a:latin typeface="Aptos"/>
              </a:rPr>
              <a:t>Show only technologies actually used in your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Implementation and Project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06  /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444752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41223"/>
                </a:solidFill>
                <a:latin typeface="Georgia"/>
              </a:rPr>
              <a:t>IMPLEMENTED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3337560" cy="35844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64008" cy="358444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65960"/>
            <a:ext cx="29718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COMPLETED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377440"/>
            <a:ext cx="3017520" cy="2898648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[Module / feature 1]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[Module / feature 2]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[Module / feature 3]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[What is working now?]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810512"/>
            <a:ext cx="3383280" cy="202996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7" y="1901952"/>
            <a:ext cx="31272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41223"/>
                </a:solidFill>
                <a:latin typeface="Aptos"/>
              </a:rPr>
              <a:t>SCREENSHOT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203704"/>
            <a:ext cx="3127248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776353"/>
                </a:solidFill>
                <a:latin typeface="Aptos"/>
              </a:rPr>
              <a:t>Insert screenshot of a key screen or feature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1810512"/>
            <a:ext cx="3566160" cy="202996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D3A95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901952"/>
            <a:ext cx="33101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41223"/>
                </a:solidFill>
                <a:latin typeface="Aptos"/>
              </a:rPr>
              <a:t>SCREENSHOT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2203704"/>
            <a:ext cx="3310128" cy="1572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776353"/>
                </a:solidFill>
                <a:latin typeface="Aptos"/>
              </a:rPr>
              <a:t>Insert another relevant screenshot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4096512"/>
            <a:ext cx="7223760" cy="1298448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4096512"/>
            <a:ext cx="64008" cy="129844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251960"/>
            <a:ext cx="6858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DOCUMENTATION / DEMO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3" y="4663440"/>
            <a:ext cx="6903720" cy="612647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[Briefly describe the implementation and what the screenshots demonstrate.]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715000"/>
            <a:ext cx="10058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776353"/>
                </a:solidFill>
                <a:latin typeface="Aptos"/>
              </a:rPr>
              <a:t>Use real screenshots from your working project; label each image briefly.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0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8869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441223"/>
                </a:solidFill>
                <a:latin typeface="Georgia"/>
              </a:rPr>
              <a:t>Innovation, Impact and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1089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D3A95C"/>
                </a:solidFill>
                <a:latin typeface="Georgia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493776"/>
            <a:ext cx="228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3A95C"/>
                </a:solidFill>
                <a:latin typeface="Georgia"/>
              </a:rPr>
              <a:t>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97864"/>
            <a:ext cx="11018520" cy="16459"/>
          </a:xfrm>
          <a:prstGeom prst="rect">
            <a:avLst/>
          </a:prstGeom>
          <a:solidFill>
            <a:srgbClr val="E6DA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8046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77635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7315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07  / 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08760"/>
            <a:ext cx="3493008" cy="361188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508760"/>
            <a:ext cx="64008" cy="361188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664207"/>
            <a:ext cx="31272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075688"/>
            <a:ext cx="3172968" cy="292608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is new or different?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makes your approach useful?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How is it better than existing options?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508760"/>
            <a:ext cx="3493008" cy="361188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508760"/>
            <a:ext cx="64008" cy="361188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664207"/>
            <a:ext cx="31272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75688"/>
            <a:ext cx="3172968" cy="292608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Who benefits from the project?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improvement can it create?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Where could it be applied?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508760"/>
            <a:ext cx="3493008" cy="361188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1508760"/>
            <a:ext cx="64008" cy="361188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64207"/>
            <a:ext cx="31272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FEASIBILITY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3" y="2075688"/>
            <a:ext cx="3172968" cy="2926080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Can it be built and maintained?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resources does it need?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are the key limitations?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5394960"/>
            <a:ext cx="10789920" cy="502920"/>
          </a:xfrm>
          <a:prstGeom prst="roundRect">
            <a:avLst/>
          </a:prstGeom>
          <a:solidFill>
            <a:srgbClr val="441223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332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KEY TAKEAWAY:  [One sentence on why this project matters]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11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219456"/>
            <a:ext cx="11750040" cy="6419088"/>
          </a:xfrm>
          <a:prstGeom prst="rect">
            <a:avLst/>
          </a:prstGeom>
          <a:solidFill>
            <a:srgbClr val="F7F0DE"/>
          </a:solidFill>
          <a:ln w="12700">
            <a:solidFill>
              <a:srgbClr val="D3A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30352"/>
            <a:ext cx="9692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76353"/>
                </a:solidFill>
                <a:latin typeface="Aptos"/>
              </a:rPr>
              <a:t>ORBIT HACKATHON  •  THE WIZARDING WORLD OF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3327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441223"/>
                </a:solidFill>
                <a:latin typeface="Georgia"/>
              </a:rPr>
              <a:t>Conclusion and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627632"/>
            <a:ext cx="10652760" cy="2286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920240"/>
            <a:ext cx="5074920" cy="210312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920240"/>
            <a:ext cx="64008" cy="210312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75688"/>
            <a:ext cx="470915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754880" cy="1417319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does your project achieve?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What is the main benefit or outcome?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920240"/>
            <a:ext cx="5074920" cy="2103120"/>
          </a:xfrm>
          <a:prstGeom prst="roundRect">
            <a:avLst/>
          </a:prstGeom>
          <a:solidFill>
            <a:srgbClr val="FFFBF1"/>
          </a:solidFill>
          <a:ln w="12700">
            <a:solidFill>
              <a:srgbClr val="E6DA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8192" y="1920240"/>
            <a:ext cx="64008" cy="2103120"/>
          </a:xfrm>
          <a:prstGeom prst="rect">
            <a:avLst/>
          </a:prstGeom>
          <a:solidFill>
            <a:srgbClr val="D3A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075688"/>
            <a:ext cx="4709159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41223"/>
                </a:solidFill>
                <a:latin typeface="Georgia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4754880" cy="1417319"/>
          </a:xfrm>
          <a:prstGeom prst="rect">
            <a:avLst/>
          </a:prstGeom>
          <a:noFill/>
        </p:spPr>
        <p:txBody>
          <a:bodyPr wrap="square" lIns="73152" rIns="73152" tIns="54864" bIns="27432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Improvement 1: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Improvement 2: [ ... ]</a:t>
            </a:r>
          </a:p>
          <a:p>
            <a:pPr>
              <a:spcAft>
                <a:spcPts val="500"/>
              </a:spcAft>
              <a:defRPr sz="1250">
                <a:solidFill>
                  <a:srgbClr val="322724"/>
                </a:solidFill>
                <a:latin typeface="Aptos"/>
              </a:defRPr>
            </a:pPr>
            <a:r>
              <a:t>•  Next step: [ ...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441223"/>
                </a:solidFill>
                <a:latin typeface="Georgia"/>
              </a:rPr>
              <a:t>[A short, confident closing statement]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776353"/>
                </a:solidFill>
                <a:latin typeface="Aptos"/>
              </a:rPr>
              <a:t>THANK YOU  •  QUESTIONS &amp;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24728"/>
            <a:ext cx="10332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441223"/>
                </a:solidFill>
                <a:latin typeface="Aptos"/>
              </a:rPr>
              <a:t>Unleash Your Innovation. Let the Magic Begin!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190488"/>
            <a:ext cx="5486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41223"/>
                </a:solidFill>
                <a:latin typeface="Aptos"/>
              </a:rPr>
              <a:t>08  /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Hackathon — The Wizarding World of Innovation</dc:title>
  <dc:subject>Editable 8-slide hackathon participant presentation template</dc:subject>
  <dc:creator>ORBIT Hackathon</dc:creator>
  <cp:keywords>ORBIT, Hackathon, editable template,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